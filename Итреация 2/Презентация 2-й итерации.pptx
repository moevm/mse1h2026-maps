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8C597-8C3C-4E9E-A9CE-6C94F9C14EA6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C5A06-C9BA-4B36-8203-1479D19969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81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2808-EBC6-4B3F-84BA-B983A1ADAFA3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E4E8-7D02-4456-9DA9-873F06676D5A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DFF5-45B5-4A4A-912C-6B697FDE3B70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5A6F-8ABD-4E3D-A5D2-6B4B0322F6E3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43B-A4B5-4546-8EDB-140AD793B141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C95DC-332F-4BD7-B1F2-98496B3A81A9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597F-2772-4391-99D0-DAF95DC9524C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4FCC3-EF3B-4AF2-97C2-5010C6A34AD3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C5BF-D9C0-4576-A5DB-339FC3CC407D}" type="datetime1">
              <a:rPr lang="en-US" smtClean="0"/>
              <a:t>3/25/2026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E1C8-6218-43E9-ABD3-B294355BC424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58A1-FE02-4227-992E-EBBE5E7B6778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842A5-B881-44AA-BA8B-05BE7F081DDE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DBD0-B4E4-4E0A-818D-5B196DD770C1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0DDA-1B8F-48AF-B009-B7B76A5DE277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251F-0F4B-4E88-9E0B-EC419660D959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7341-0292-4D06-A5A4-4C8691CF2071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92AC9-76D1-4B02-A019-433B83CDD16D}" type="datetime1">
              <a:rPr lang="en-US" smtClean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3DC70-D24E-A086-F13A-C709C3E9C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282" y="2404534"/>
            <a:ext cx="9335247" cy="1646302"/>
          </a:xfrm>
        </p:spPr>
        <p:txBody>
          <a:bodyPr/>
          <a:lstStyle/>
          <a:p>
            <a:r>
              <a:rPr lang="ru-RU" dirty="0"/>
              <a:t>«Интерактивные карты тем»</a:t>
            </a:r>
            <a:br>
              <a:rPr lang="ru-RU" dirty="0"/>
            </a:br>
            <a:r>
              <a:rPr lang="ru-RU" sz="5400" dirty="0"/>
              <a:t>Итерация 2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5E6519-80FD-35D4-05BE-E65BE3827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4593" y="4050836"/>
            <a:ext cx="7766936" cy="136384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работе приняли участие:</a:t>
            </a:r>
          </a:p>
          <a:p>
            <a:r>
              <a:rPr lang="ru-RU" dirty="0"/>
              <a:t>Бабурин Т. Д., Баринов М. А., Евдокимов М. Ю., </a:t>
            </a:r>
          </a:p>
          <a:p>
            <a:r>
              <a:rPr lang="ru-RU" dirty="0"/>
              <a:t>Ефимова Е. А., Комаренко Т. А., </a:t>
            </a:r>
            <a:r>
              <a:rPr lang="ru-RU" dirty="0" err="1"/>
              <a:t>Хорчев</a:t>
            </a:r>
            <a:r>
              <a:rPr lang="ru-RU" dirty="0"/>
              <a:t> Г. К.</a:t>
            </a:r>
          </a:p>
          <a:p>
            <a:r>
              <a:rPr lang="ru-RU" dirty="0"/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268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5B809B-F530-175A-D93D-317F37C6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итерации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26FEFC-FA8E-077F-4B58-3D746FEDC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000" b="1" dirty="0"/>
              <a:t>	Цель</a:t>
            </a:r>
            <a:r>
              <a:rPr lang="ru-RU" sz="2000" dirty="0"/>
              <a:t> — реализовать сквозной сценарий работы приложения: пользователь вводит тему → данные собираются из одного источника → создаётся граф → граф отображается на </a:t>
            </a:r>
            <a:r>
              <a:rPr lang="ru-RU" sz="2000" dirty="0" err="1"/>
              <a:t>фронтенде</a:t>
            </a:r>
            <a:r>
              <a:rPr lang="ru-RU" sz="2000" dirty="0"/>
              <a:t>.</a:t>
            </a:r>
          </a:p>
          <a:p>
            <a:pPr algn="just"/>
            <a:r>
              <a:rPr lang="ru-RU" sz="2000" dirty="0"/>
              <a:t>Создать функцию </a:t>
            </a:r>
            <a:r>
              <a:rPr lang="ru-RU" sz="2000" dirty="0" err="1"/>
              <a:t>парсинга</a:t>
            </a:r>
            <a:r>
              <a:rPr lang="ru-RU" sz="2000" dirty="0"/>
              <a:t> информации из одного внешнего источника</a:t>
            </a:r>
          </a:p>
          <a:p>
            <a:pPr algn="just"/>
            <a:r>
              <a:rPr lang="ru-RU" sz="2000" dirty="0"/>
              <a:t>Организовать API для взаимодействия модулей проекта</a:t>
            </a:r>
          </a:p>
          <a:p>
            <a:pPr algn="just"/>
            <a:r>
              <a:rPr lang="ru-RU" sz="2000" dirty="0"/>
              <a:t>Создать функцию обработки сырых данных и превращения их в </a:t>
            </a:r>
            <a:r>
              <a:rPr lang="ru-RU" sz="2000" dirty="0" err="1"/>
              <a:t>графовую</a:t>
            </a:r>
            <a:r>
              <a:rPr lang="ru-RU" sz="2000" dirty="0"/>
              <a:t> структуру</a:t>
            </a:r>
          </a:p>
          <a:p>
            <a:pPr algn="just"/>
            <a:r>
              <a:rPr lang="ru-RU" sz="2000" dirty="0"/>
              <a:t>Создать функции внесения и выдачи данных для Neo4j</a:t>
            </a:r>
          </a:p>
          <a:p>
            <a:pPr algn="just"/>
            <a:r>
              <a:rPr lang="ru-RU" sz="2000" dirty="0"/>
              <a:t>Создать функцию отрисовки графа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12B916-223D-2846-F9AB-760F2C52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7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C85AA-B652-8031-F459-81A608D87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итерации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9713D7-DC80-2F8A-9E20-099CFF2F5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209232" cy="4037693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solidFill>
                  <a:srgbClr val="1F2328"/>
                </a:solidFill>
                <a:latin typeface="-apple-system"/>
              </a:rPr>
              <a:t>Проведена встреча с заказчиком, темой которой было обсуждение итогов Итерации 1 и планов на Итерацию 2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 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(протокол в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c</a:t>
            </a:r>
            <a:r>
              <a:rPr lang="ru-RU" dirty="0" err="1">
                <a:solidFill>
                  <a:srgbClr val="1F2328"/>
                </a:solidFill>
                <a:latin typeface="-apple-system"/>
              </a:rPr>
              <a:t>тречи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: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https://github.com/moevm/mse1h2026-maps/blob/reports/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Итреация%202/Созвон%20с%20заказчиком%20№2%2004.03.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md 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)</a:t>
            </a:r>
            <a:endParaRPr lang="en-US" dirty="0">
              <a:solidFill>
                <a:srgbClr val="1F2328"/>
              </a:solidFill>
              <a:latin typeface="-apple-system"/>
            </a:endParaRP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Созданы функции 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сбора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ru-RU" i="0" dirty="0">
                <a:solidFill>
                  <a:srgbClr val="1F2328"/>
                </a:solidFill>
                <a:effectLst/>
                <a:latin typeface="-apple-system"/>
              </a:rPr>
              <a:t>информации из </a:t>
            </a:r>
            <a:r>
              <a:rPr lang="ru-RU" i="0" dirty="0" err="1">
                <a:solidFill>
                  <a:srgbClr val="1F2328"/>
                </a:solidFill>
                <a:effectLst/>
                <a:latin typeface="-apple-system"/>
              </a:rPr>
              <a:t>Wikidata</a:t>
            </a:r>
            <a:r>
              <a:rPr lang="ru-RU" i="0" dirty="0">
                <a:solidFill>
                  <a:srgbClr val="1F2328"/>
                </a:solidFill>
                <a:effectLst/>
                <a:latin typeface="-apple-system"/>
              </a:rPr>
              <a:t> и </a:t>
            </a:r>
            <a:r>
              <a:rPr lang="en-US" i="0" dirty="0">
                <a:solidFill>
                  <a:srgbClr val="1F2328"/>
                </a:solidFill>
                <a:effectLst/>
                <a:latin typeface="-apple-system"/>
              </a:rPr>
              <a:t>Semantic Scholar</a:t>
            </a:r>
            <a:r>
              <a:rPr lang="ru-RU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ru-RU" b="1" dirty="0">
                <a:solidFill>
                  <a:srgbClr val="1F2328"/>
                </a:solidFill>
                <a:latin typeface="-apple-system"/>
              </a:rPr>
              <a:t>*</a:t>
            </a:r>
            <a:endParaRPr lang="en-US" b="1" dirty="0">
              <a:solidFill>
                <a:srgbClr val="1F2328"/>
              </a:solidFill>
              <a:latin typeface="-apple-system"/>
            </a:endParaRP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Организованы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-apple-system"/>
              </a:rPr>
              <a:t>эндпонинты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 для взаимодействия модулей проекта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Создана функция обработки сырых данных и превращения их в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-apple-system"/>
              </a:rPr>
              <a:t>графовую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 структуру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Созданы функции внесения и выдачи данных для Neo4j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 Создана функция отрисовки графа на стороне пользователя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Дополнены сценарии использования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Созданы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-apple-system"/>
              </a:rPr>
              <a:t>docker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 файлы для удобного развёртывания приложения</a:t>
            </a:r>
          </a:p>
          <a:p>
            <a:r>
              <a:rPr lang="ru-RU" dirty="0">
                <a:solidFill>
                  <a:srgbClr val="1F2328"/>
                </a:solidFill>
                <a:latin typeface="-apple-system"/>
              </a:rPr>
              <a:t>Демо работы приложения (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https://github.com/moevm/mse1h2026-maps/blob/reports/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Итреация%202/</a:t>
            </a:r>
            <a:r>
              <a:rPr lang="en-US" dirty="0">
                <a:solidFill>
                  <a:srgbClr val="1F2328"/>
                </a:solidFill>
                <a:latin typeface="-apple-system"/>
              </a:rPr>
              <a:t>demo_compress.mp4</a:t>
            </a:r>
            <a:r>
              <a:rPr lang="ru-RU" dirty="0">
                <a:solidFill>
                  <a:srgbClr val="1F2328"/>
                </a:solidFill>
                <a:latin typeface="-apple-system"/>
              </a:rPr>
              <a:t>)</a:t>
            </a:r>
            <a:endParaRPr lang="ru-RU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9CD301-770E-5FBE-D2B9-19F25195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EFB3155-EC9B-10EB-2063-249D21912D5E}"/>
              </a:ext>
            </a:extLst>
          </p:cNvPr>
          <p:cNvSpPr txBox="1">
            <a:spLocks/>
          </p:cNvSpPr>
          <p:nvPr/>
        </p:nvSpPr>
        <p:spPr>
          <a:xfrm>
            <a:off x="596531" y="6393763"/>
            <a:ext cx="5436054" cy="386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/>
              <a:t>* </a:t>
            </a:r>
            <a:r>
              <a:rPr lang="en-US" sz="1600" b="0" i="0" dirty="0">
                <a:solidFill>
                  <a:srgbClr val="1F2328"/>
                </a:solidFill>
                <a:effectLst/>
                <a:latin typeface="-apple-system"/>
              </a:rPr>
              <a:t>Semantic Scholar </a:t>
            </a:r>
            <a:r>
              <a:rPr lang="ru-RU" sz="1600" dirty="0"/>
              <a:t>работает только под </a:t>
            </a:r>
            <a:r>
              <a:rPr lang="en-US" sz="1600" dirty="0"/>
              <a:t>VPN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393540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C000E-3252-719D-7BB0-7900F689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на следующую итерацию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CA152B-519E-41AE-0764-2C6C049CE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/>
              <a:t>	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B4476F-B9B7-EA30-64F9-FBEA0D10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881A6E6B-091D-3DCF-0FB5-F45847C3B803}"/>
              </a:ext>
            </a:extLst>
          </p:cNvPr>
          <p:cNvSpPr txBox="1">
            <a:spLocks/>
          </p:cNvSpPr>
          <p:nvPr/>
        </p:nvSpPr>
        <p:spPr>
          <a:xfrm>
            <a:off x="677334" y="2160589"/>
            <a:ext cx="9209232" cy="433840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ru-RU" b="1" i="0" dirty="0">
                <a:solidFill>
                  <a:srgbClr val="1F2328"/>
                </a:solidFill>
                <a:effectLst/>
                <a:latin typeface="-apple-system"/>
              </a:rPr>
              <a:t>	Цель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 —для выбранной архитектуры обеспечить прозрачность распределенного приложения.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rgbClr val="1F2328"/>
                </a:solidFill>
                <a:effectLst/>
                <a:latin typeface="-apple-system"/>
              </a:rPr>
              <a:t>	Дополнительная цель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 — доделать пользовательские функции: вывод информации об узле/связи, редактирование узла, удаление узла, добавление узла.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Создать функции сбора информации из ещё 2-х источников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Организовать функцию авторизации пользователей на сервере и дополнить </a:t>
            </a:r>
            <a:r>
              <a:rPr lang="en-US" b="0" i="0" dirty="0">
                <a:solidFill>
                  <a:srgbClr val="1F2328"/>
                </a:solidFill>
                <a:effectLst/>
                <a:latin typeface="-apple-system"/>
              </a:rPr>
              <a:t>API 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для новых функций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Модифицировать функцию обработки сырых данных возможностью связывать дочерние узлы между собой (чтобы получался не граф звезда)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Создать функцию для авторизации пользователя в Neo4j и реализовать пользовательские функции (см. </a:t>
            </a:r>
            <a:r>
              <a:rPr lang="ru-RU" b="0" dirty="0">
                <a:solidFill>
                  <a:srgbClr val="1F2328"/>
                </a:solidFill>
                <a:effectLst/>
                <a:latin typeface="-apple-system"/>
              </a:rPr>
              <a:t>дополнительная цель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)</a:t>
            </a:r>
          </a:p>
          <a:p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Создать функцию авторизации пользователя на </a:t>
            </a:r>
            <a:r>
              <a:rPr lang="ru-RU" b="0" i="0" dirty="0" err="1">
                <a:solidFill>
                  <a:srgbClr val="1F2328"/>
                </a:solidFill>
                <a:effectLst/>
                <a:latin typeface="-apple-system"/>
              </a:rPr>
              <a:t>фронтеде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, а также реализовать пользовательские функции (см. </a:t>
            </a:r>
            <a:r>
              <a:rPr lang="ru-RU" b="0" dirty="0">
                <a:solidFill>
                  <a:srgbClr val="1F2328"/>
                </a:solidFill>
                <a:effectLst/>
                <a:latin typeface="-apple-system"/>
              </a:rPr>
              <a:t>дополнительная цель</a:t>
            </a:r>
            <a:r>
              <a:rPr lang="ru-RU" b="0" i="0" dirty="0">
                <a:solidFill>
                  <a:srgbClr val="1F2328"/>
                </a:solidFill>
                <a:effectLst/>
                <a:latin typeface="-apple-system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8337259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</TotalTime>
  <Words>369</Words>
  <Application>Microsoft Office PowerPoint</Application>
  <PresentationFormat>Широкоэкранный</PresentationFormat>
  <Paragraphs>35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0" baseType="lpstr">
      <vt:lpstr>-apple-system</vt:lpstr>
      <vt:lpstr>Aptos</vt:lpstr>
      <vt:lpstr>Arial</vt:lpstr>
      <vt:lpstr>Trebuchet MS</vt:lpstr>
      <vt:lpstr>Wingdings 3</vt:lpstr>
      <vt:lpstr>Аспект</vt:lpstr>
      <vt:lpstr>«Интерактивные карты тем» Итерация 2</vt:lpstr>
      <vt:lpstr>План итерации</vt:lpstr>
      <vt:lpstr>Результаты итерации</vt:lpstr>
      <vt:lpstr>План на следующую итерацию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Ложкин</dc:creator>
  <cp:lastModifiedBy>Андрей Ложкин</cp:lastModifiedBy>
  <cp:revision>17</cp:revision>
  <dcterms:created xsi:type="dcterms:W3CDTF">2026-02-25T15:09:53Z</dcterms:created>
  <dcterms:modified xsi:type="dcterms:W3CDTF">2026-03-25T19:45:44Z</dcterms:modified>
</cp:coreProperties>
</file>