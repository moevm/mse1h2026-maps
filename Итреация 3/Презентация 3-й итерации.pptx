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26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38C597-8C3C-4E9E-A9CE-6C94F9C14EA6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6C5A06-C9BA-4B36-8203-1479D19969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3811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2808-EBC6-4B3F-84BA-B983A1ADAFA3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E4E8-7D02-4456-9DA9-873F06676D5A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DFF5-45B5-4A4A-912C-6B697FDE3B70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95A6F-8ABD-4E3D-A5D2-6B4B0322F6E3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C43B-A4B5-4546-8EDB-140AD793B141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C95DC-332F-4BD7-B1F2-98496B3A81A9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E597F-2772-4391-99D0-DAF95DC9524C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4FCC3-EF3B-4AF2-97C2-5010C6A34AD3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C5BF-D9C0-4576-A5DB-339FC3CC407D}" type="datetime1">
              <a:rPr lang="en-US" smtClean="0"/>
              <a:t>5/5/2026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FE1C8-6218-43E9-ABD3-B294355BC424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58A1-FE02-4227-992E-EBBE5E7B6778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842A5-B881-44AA-BA8B-05BE7F081DDE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DBD0-B4E4-4E0A-818D-5B196DD770C1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0DDA-1B8F-48AF-B009-B7B76A5DE277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A251F-0F4B-4E88-9E0B-EC419660D959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7341-0292-4D06-A5A4-4C8691CF2071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92AC9-76D1-4B02-A019-433B83CDD16D}" type="datetime1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03DC70-D24E-A086-F13A-C709C3E9C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282" y="2404534"/>
            <a:ext cx="9335247" cy="1646302"/>
          </a:xfrm>
        </p:spPr>
        <p:txBody>
          <a:bodyPr/>
          <a:lstStyle/>
          <a:p>
            <a:r>
              <a:rPr lang="ru-RU" dirty="0"/>
              <a:t>«Интерактивные карты тем»</a:t>
            </a:r>
            <a:br>
              <a:rPr lang="ru-RU" dirty="0"/>
            </a:br>
            <a:r>
              <a:rPr lang="ru-RU" sz="5400" dirty="0"/>
              <a:t>Итерация 3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75E6519-80FD-35D4-05BE-E65BE3827E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4593" y="4050836"/>
            <a:ext cx="7766936" cy="1363849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В работе приняли участие:</a:t>
            </a:r>
          </a:p>
          <a:p>
            <a:r>
              <a:rPr lang="ru-RU" dirty="0"/>
              <a:t>Бабурин Т. Д., Баринов М. А., Евдокимов М. Ю., </a:t>
            </a:r>
          </a:p>
          <a:p>
            <a:r>
              <a:rPr lang="ru-RU" dirty="0"/>
              <a:t>Ефимова Е. А., Комаренко Т. А., </a:t>
            </a:r>
            <a:r>
              <a:rPr lang="ru-RU" dirty="0" err="1"/>
              <a:t>Хорчев</a:t>
            </a:r>
            <a:r>
              <a:rPr lang="ru-RU" dirty="0"/>
              <a:t> Г. К.</a:t>
            </a:r>
          </a:p>
          <a:p>
            <a:r>
              <a:rPr lang="ru-RU" dirty="0"/>
              <a:t>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2685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5B809B-F530-175A-D93D-317F37C6D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итерации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26FEFC-FA8E-077F-4B58-3D746FEDC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2000" b="1" dirty="0"/>
              <a:t>	Цель</a:t>
            </a:r>
            <a:r>
              <a:rPr lang="ru-RU" sz="2000" dirty="0"/>
              <a:t> — сделать так, чтобы выбранная архитектура обеспечивала прозрачность распределенного приложения.</a:t>
            </a:r>
          </a:p>
          <a:p>
            <a:pPr algn="just"/>
            <a:r>
              <a:rPr lang="ru-RU" sz="2000" dirty="0"/>
              <a:t>Создать функции </a:t>
            </a:r>
            <a:r>
              <a:rPr lang="ru-RU" sz="2000" dirty="0" err="1"/>
              <a:t>парсинга</a:t>
            </a:r>
            <a:r>
              <a:rPr lang="ru-RU" sz="2000" dirty="0"/>
              <a:t> информации из ещё 2-х источников</a:t>
            </a:r>
          </a:p>
          <a:p>
            <a:pPr algn="just"/>
            <a:r>
              <a:rPr lang="ru-RU" sz="2000" dirty="0"/>
              <a:t>Организовать функцию авторизации пользователей на сервере</a:t>
            </a:r>
          </a:p>
          <a:p>
            <a:pPr algn="just"/>
            <a:r>
              <a:rPr lang="ru-RU" sz="2000" dirty="0"/>
              <a:t>Модифицировать функцию обработки сырых данных возможностью связывать дочерние узлы между собой (чтобы получался не граф звезда)</a:t>
            </a:r>
          </a:p>
          <a:p>
            <a:pPr algn="just"/>
            <a:r>
              <a:rPr lang="ru-RU" sz="2000" dirty="0"/>
              <a:t>Создать функцию для авторизации пользователя в Neo4j</a:t>
            </a:r>
          </a:p>
          <a:p>
            <a:pPr algn="just"/>
            <a:r>
              <a:rPr lang="ru-RU" sz="2000" dirty="0"/>
              <a:t>Создать функцию авторизации пользователя на </a:t>
            </a:r>
            <a:r>
              <a:rPr lang="ru-RU" sz="2000"/>
              <a:t>фронтеде</a:t>
            </a:r>
            <a:endParaRPr lang="ru-RU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912B916-223D-2846-F9AB-760F2C524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197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9C85AA-B652-8031-F459-81A608D87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итерации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9713D7-DC80-2F8A-9E20-099CFF2F5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9209232" cy="4037693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1F2328"/>
                </a:solidFill>
                <a:latin typeface="-apple-system"/>
              </a:rPr>
              <a:t>Проведена встреча с заказчиком, темой которой было обсуждение итогов Итерации 2 и планов на Итерацию 3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</a:t>
            </a:r>
            <a:r>
              <a:rPr lang="ru-RU" dirty="0">
                <a:solidFill>
                  <a:srgbClr val="1F2328"/>
                </a:solidFill>
                <a:latin typeface="-apple-system"/>
              </a:rPr>
              <a:t>(протокол в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c</a:t>
            </a:r>
            <a:r>
              <a:rPr lang="ru-RU" dirty="0" err="1">
                <a:solidFill>
                  <a:srgbClr val="1F2328"/>
                </a:solidFill>
                <a:latin typeface="-apple-system"/>
              </a:rPr>
              <a:t>тречи</a:t>
            </a:r>
            <a:r>
              <a:rPr lang="ru-RU" dirty="0">
                <a:solidFill>
                  <a:srgbClr val="1F2328"/>
                </a:solidFill>
                <a:latin typeface="-apple-system"/>
              </a:rPr>
              <a:t>: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https://github.com/moevm/mse1h2026-maps/blob/reports/</a:t>
            </a:r>
            <a:r>
              <a:rPr lang="ru-RU" dirty="0">
                <a:solidFill>
                  <a:srgbClr val="1F2328"/>
                </a:solidFill>
                <a:latin typeface="-apple-system"/>
              </a:rPr>
              <a:t>Итреация%203/Созвон%20с%20заказчиком%20№3%2031.03.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md</a:t>
            </a:r>
            <a:r>
              <a:rPr lang="ru-RU" dirty="0">
                <a:solidFill>
                  <a:srgbClr val="1F2328"/>
                </a:solidFill>
                <a:latin typeface="-apple-system"/>
              </a:rPr>
              <a:t>роз)</a:t>
            </a:r>
            <a:endParaRPr lang="en-US" dirty="0">
              <a:solidFill>
                <a:srgbClr val="1F2328"/>
              </a:solidFill>
              <a:latin typeface="-apple-system"/>
            </a:endParaRPr>
          </a:p>
          <a:p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Созданы функции </a:t>
            </a:r>
            <a:r>
              <a:rPr lang="ru-RU" b="0" i="0" dirty="0" err="1">
                <a:solidFill>
                  <a:srgbClr val="1F2328"/>
                </a:solidFill>
                <a:effectLst/>
                <a:latin typeface="-apple-system"/>
              </a:rPr>
              <a:t>парсинга</a:t>
            </a:r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 информации из Википедии и </a:t>
            </a:r>
            <a:r>
              <a:rPr lang="ru-RU" b="0" i="0" dirty="0" err="1">
                <a:solidFill>
                  <a:srgbClr val="1F2328"/>
                </a:solidFill>
                <a:effectLst/>
                <a:latin typeface="-apple-system"/>
              </a:rPr>
              <a:t>GitHub</a:t>
            </a:r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 </a:t>
            </a:r>
          </a:p>
          <a:p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Организована функция авторизации пользователей на сервере </a:t>
            </a:r>
          </a:p>
          <a:p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Модифицирована функция обработки сырых данных возможностью связывать дочерние узлы между собой (чтобы получался не граф звезда)</a:t>
            </a:r>
            <a:endParaRPr lang="ru-RU" dirty="0">
              <a:solidFill>
                <a:srgbClr val="1F2328"/>
              </a:solidFill>
              <a:latin typeface="-apple-system"/>
            </a:endParaRPr>
          </a:p>
          <a:p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Создана функция для авторизации пользователя в Neo4j и функции редактирования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/</a:t>
            </a:r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добавления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/</a:t>
            </a:r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удаления</a:t>
            </a:r>
          </a:p>
          <a:p>
            <a:r>
              <a:rPr lang="ru-RU" dirty="0">
                <a:solidFill>
                  <a:srgbClr val="1F2328"/>
                </a:solidFill>
                <a:latin typeface="-apple-system"/>
              </a:rPr>
              <a:t>Демо работы приложения (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https://github.com/moevm/mse1h2026-maps/blob/reports/</a:t>
            </a:r>
            <a:r>
              <a:rPr lang="ru-RU" dirty="0">
                <a:solidFill>
                  <a:srgbClr val="1F2328"/>
                </a:solidFill>
                <a:latin typeface="-apple-system"/>
              </a:rPr>
              <a:t>Итреация%202/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demo_compress.mp4</a:t>
            </a:r>
            <a:r>
              <a:rPr lang="ru-RU" dirty="0">
                <a:solidFill>
                  <a:srgbClr val="1F2328"/>
                </a:solidFill>
                <a:latin typeface="-apple-system"/>
              </a:rPr>
              <a:t>)</a:t>
            </a:r>
            <a:endParaRPr lang="ru-RU" b="0" i="0" dirty="0">
              <a:solidFill>
                <a:srgbClr val="1F2328"/>
              </a:solidFill>
              <a:effectLst/>
              <a:latin typeface="-apple-system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59CD301-770E-5FBE-D2B9-19F251950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540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4C000E-3252-719D-7BB0-7900F6899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на следующую итерацию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CA152B-519E-41AE-0764-2C6C049CE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000" dirty="0"/>
              <a:t>	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5B4476F-B9B7-EA30-64F9-FBEA0D10C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4</a:t>
            </a:fld>
            <a:endParaRPr lang="en-US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881A6E6B-091D-3DCF-0FB5-F45847C3B803}"/>
              </a:ext>
            </a:extLst>
          </p:cNvPr>
          <p:cNvSpPr txBox="1">
            <a:spLocks/>
          </p:cNvSpPr>
          <p:nvPr/>
        </p:nvSpPr>
        <p:spPr>
          <a:xfrm>
            <a:off x="677334" y="2160589"/>
            <a:ext cx="9209232" cy="4338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ru-RU" b="1" i="0" dirty="0">
                <a:solidFill>
                  <a:srgbClr val="1F2328"/>
                </a:solidFill>
                <a:effectLst/>
                <a:latin typeface="-apple-system"/>
              </a:rPr>
              <a:t>	Цель</a:t>
            </a:r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 — довыполнить требования прозрачности,</a:t>
            </a:r>
            <a:r>
              <a:rPr lang="ru-RU" dirty="0">
                <a:solidFill>
                  <a:srgbClr val="1F2328"/>
                </a:solidFill>
                <a:latin typeface="-apple-system"/>
              </a:rPr>
              <a:t> добавить историю запросов и </a:t>
            </a:r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пользовательские функции взаимодействия с графом.</a:t>
            </a:r>
          </a:p>
        </p:txBody>
      </p:sp>
    </p:spTree>
    <p:extLst>
      <p:ext uri="{BB962C8B-B14F-4D97-AF65-F5344CB8AC3E}">
        <p14:creationId xmlns:p14="http://schemas.microsoft.com/office/powerpoint/2010/main" val="2983372595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68</TotalTime>
  <Words>260</Words>
  <Application>Microsoft Office PowerPoint</Application>
  <PresentationFormat>Широкоэкранный</PresentationFormat>
  <Paragraphs>25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0" baseType="lpstr">
      <vt:lpstr>-apple-system</vt:lpstr>
      <vt:lpstr>Aptos</vt:lpstr>
      <vt:lpstr>Arial</vt:lpstr>
      <vt:lpstr>Trebuchet MS</vt:lpstr>
      <vt:lpstr>Wingdings 3</vt:lpstr>
      <vt:lpstr>Аспект</vt:lpstr>
      <vt:lpstr>«Интерактивные карты тем» Итерация 3</vt:lpstr>
      <vt:lpstr>План итерации</vt:lpstr>
      <vt:lpstr>Результаты итерации</vt:lpstr>
      <vt:lpstr>План на следующую итерацию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Андрей Ложкин</dc:creator>
  <cp:lastModifiedBy>Tim</cp:lastModifiedBy>
  <cp:revision>29</cp:revision>
  <dcterms:created xsi:type="dcterms:W3CDTF">2026-02-25T15:09:53Z</dcterms:created>
  <dcterms:modified xsi:type="dcterms:W3CDTF">2026-05-05T20:41:06Z</dcterms:modified>
</cp:coreProperties>
</file>