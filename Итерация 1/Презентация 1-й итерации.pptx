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60" r:id="rId5"/>
    <p:sldId id="261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34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38C597-8C3C-4E9E-A9CE-6C94F9C14EA6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6C5A06-C9BA-4B36-8203-1479D19969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3811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2808-EBC6-4B3F-84BA-B983A1ADAFA3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E4E8-7D02-4456-9DA9-873F06676D5A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7DFF5-45B5-4A4A-912C-6B697FDE3B70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95A6F-8ABD-4E3D-A5D2-6B4B0322F6E3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9C43B-A4B5-4546-8EDB-140AD793B141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C95DC-332F-4BD7-B1F2-98496B3A81A9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E597F-2772-4391-99D0-DAF95DC9524C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4FCC3-EF3B-4AF2-97C2-5010C6A34AD3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6C5BF-D9C0-4576-A5DB-339FC3CC407D}" type="datetime1">
              <a:rPr lang="en-US" smtClean="0"/>
              <a:t>2/25/2026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FE1C8-6218-43E9-ABD3-B294355BC424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A58A1-FE02-4227-992E-EBBE5E7B6778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842A5-B881-44AA-BA8B-05BE7F081DDE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DBD0-B4E4-4E0A-818D-5B196DD770C1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E0DDA-1B8F-48AF-B009-B7B76A5DE277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A251F-0F4B-4E88-9E0B-EC419660D959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7341-0292-4D06-A5A4-4C8691CF2071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92AC9-76D1-4B02-A019-433B83CDD16D}" type="datetime1">
              <a:rPr lang="en-US" smtClean="0"/>
              <a:t>2/25/2026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evm/mse1h2026-maps/blob/reports/&#1048;&#1090;&#1077;&#1088;&#1072;&#1094;&#1080;&#1103;%201/&#1044;&#1080;&#1072;&#1075;&#1088;&#1072;&#1084;&#1084;&#1072;%20&#1072;&#1088;&#1093;&#1080;&#1090;&#1077;&#1082;&#1090;&#1091;&#1088;&#1099;.png" TargetMode="External"/><Relationship Id="rId2" Type="http://schemas.openxmlformats.org/officeDocument/2006/relationships/hyperlink" Target="https://github.com/moevm/mse1h2026-maps/tree/main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moevm/mse1h2026-maps/blob/reports/reports.md#&#1089;&#1094;&#1077;&#1085;&#1072;&#1088;&#1080;&#1080;-&#1080;&#1089;&#1087;&#1086;&#1083;&#1100;&#1079;&#1086;&#1074;&#1072;&#1085;&#1080;&#1103;" TargetMode="External"/><Relationship Id="rId4" Type="http://schemas.openxmlformats.org/officeDocument/2006/relationships/hyperlink" Target="https://github.com/moevm/mse1h2026-maps/blob/reports/&#1048;&#1090;&#1077;&#1088;&#1072;&#1094;&#1080;&#1103;%201/&#1052;&#1072;&#1082;&#1077;&#1090;%20UI.png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03DC70-D24E-A086-F13A-C709C3E9C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282" y="2404534"/>
            <a:ext cx="9335247" cy="1646302"/>
          </a:xfrm>
        </p:spPr>
        <p:txBody>
          <a:bodyPr/>
          <a:lstStyle/>
          <a:p>
            <a:r>
              <a:rPr lang="ru-RU" dirty="0"/>
              <a:t>«Интерактивные карты тем»</a:t>
            </a:r>
            <a:br>
              <a:rPr lang="ru-RU" dirty="0"/>
            </a:br>
            <a:r>
              <a:rPr lang="ru-RU" sz="5400" dirty="0"/>
              <a:t>Итерация 1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75E6519-80FD-35D4-05BE-E65BE3827E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4593" y="4050836"/>
            <a:ext cx="7766936" cy="1363849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В работе приняли участие:</a:t>
            </a:r>
          </a:p>
          <a:p>
            <a:r>
              <a:rPr lang="ru-RU" dirty="0"/>
              <a:t>Бабурин Т. Д., Баринов М. А., Евдокимов М. Ю., </a:t>
            </a:r>
          </a:p>
          <a:p>
            <a:r>
              <a:rPr lang="ru-RU" dirty="0"/>
              <a:t>Ефимова Е. А., Комаренко Т. А., </a:t>
            </a:r>
            <a:r>
              <a:rPr lang="ru-RU" dirty="0" err="1"/>
              <a:t>Хорчев</a:t>
            </a:r>
            <a:r>
              <a:rPr lang="ru-RU" dirty="0"/>
              <a:t> Г. К.</a:t>
            </a:r>
          </a:p>
          <a:p>
            <a:r>
              <a:rPr lang="ru-RU" dirty="0"/>
              <a:t>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2685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5B809B-F530-175A-D93D-317F37C6D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итерации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26FEFC-FA8E-077F-4B58-3D746FEDC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ru-RU" sz="2000" dirty="0"/>
              <a:t>Провести первую встречу с заказчиком</a:t>
            </a:r>
          </a:p>
          <a:p>
            <a:pPr algn="just"/>
            <a:r>
              <a:rPr lang="ru-RU" sz="2000" dirty="0"/>
              <a:t>Создать наброски (каркасы) для всех модулей проекта:</a:t>
            </a:r>
          </a:p>
          <a:p>
            <a:pPr lvl="1" algn="just"/>
            <a:r>
              <a:rPr lang="ru-RU" sz="2000" dirty="0"/>
              <a:t>Парсер</a:t>
            </a:r>
            <a:r>
              <a:rPr lang="en-US" sz="2000" dirty="0"/>
              <a:t>;</a:t>
            </a:r>
            <a:endParaRPr lang="ru-RU" sz="2000" dirty="0"/>
          </a:p>
          <a:p>
            <a:pPr lvl="1" algn="just"/>
            <a:r>
              <a:rPr lang="ru-RU" sz="2000" dirty="0"/>
              <a:t>Сервер</a:t>
            </a:r>
            <a:r>
              <a:rPr lang="en-US" sz="2000" dirty="0"/>
              <a:t>;</a:t>
            </a:r>
            <a:endParaRPr lang="ru-RU" sz="2000" dirty="0"/>
          </a:p>
          <a:p>
            <a:pPr lvl="1" algn="just"/>
            <a:r>
              <a:rPr lang="ru-RU" sz="2000" dirty="0" err="1"/>
              <a:t>Фронтенд</a:t>
            </a:r>
            <a:r>
              <a:rPr lang="en-US" sz="2000" dirty="0"/>
              <a:t>;</a:t>
            </a:r>
            <a:endParaRPr lang="ru-RU" sz="2000" dirty="0"/>
          </a:p>
          <a:p>
            <a:pPr lvl="1" algn="just"/>
            <a:r>
              <a:rPr lang="ru-RU" sz="2000" dirty="0"/>
              <a:t>Обработка данных</a:t>
            </a:r>
            <a:r>
              <a:rPr lang="en-US" sz="2000" dirty="0"/>
              <a:t>;</a:t>
            </a:r>
            <a:endParaRPr lang="ru-RU" sz="2000" dirty="0"/>
          </a:p>
          <a:p>
            <a:pPr lvl="1" algn="just"/>
            <a:r>
              <a:rPr lang="ru-RU" sz="2000" dirty="0"/>
              <a:t>Neo4j</a:t>
            </a:r>
          </a:p>
          <a:p>
            <a:pPr algn="just"/>
            <a:r>
              <a:rPr lang="ru-RU" sz="2000" dirty="0"/>
              <a:t>Подготовить вики-страницу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912B916-223D-2846-F9AB-760F2C524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197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9C85AA-B652-8031-F459-81A608D87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итерации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9713D7-DC80-2F8A-9E20-099CFF2F5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Встреча с заказчиком проведена (протокол в</a:t>
            </a:r>
            <a:r>
              <a:rPr lang="en-US" dirty="0"/>
              <a:t>c</a:t>
            </a:r>
            <a:r>
              <a:rPr lang="ru-RU" dirty="0" err="1"/>
              <a:t>тречи</a:t>
            </a:r>
            <a:r>
              <a:rPr lang="ru-RU" dirty="0"/>
              <a:t>:</a:t>
            </a:r>
            <a:r>
              <a:rPr lang="en-US" dirty="0"/>
              <a:t> https://github.com/moevm/mse1h2026-maps/blob/reports/</a:t>
            </a:r>
            <a:r>
              <a:rPr lang="ru-RU" dirty="0"/>
              <a:t>Итерация%201/Созвон_№1_19.02.</a:t>
            </a:r>
            <a:r>
              <a:rPr lang="en-US" dirty="0"/>
              <a:t>md</a:t>
            </a:r>
            <a:r>
              <a:rPr lang="ru-RU" dirty="0"/>
              <a:t>)</a:t>
            </a:r>
            <a:endParaRPr lang="en-US" dirty="0"/>
          </a:p>
          <a:p>
            <a:r>
              <a:rPr lang="ru-RU" dirty="0"/>
              <a:t>Каркасы модулей созданы (собраны в ветке </a:t>
            </a:r>
            <a:r>
              <a:rPr lang="en-US" dirty="0"/>
              <a:t>main</a:t>
            </a:r>
            <a:r>
              <a:rPr lang="ru-RU" dirty="0"/>
              <a:t>: </a:t>
            </a:r>
            <a:r>
              <a:rPr lang="en-US" dirty="0">
                <a:hlinkClick r:id="rId2"/>
              </a:rPr>
              <a:t>https://github.com/moevm/mse1h2026-maps/tree/main</a:t>
            </a:r>
            <a:r>
              <a:rPr lang="en-US" dirty="0"/>
              <a:t>)</a:t>
            </a:r>
            <a:endParaRPr lang="ru-RU" dirty="0"/>
          </a:p>
          <a:p>
            <a:r>
              <a:rPr lang="ru-RU" dirty="0"/>
              <a:t>Создана диаграмма архитектуры проекта (</a:t>
            </a:r>
            <a:r>
              <a:rPr lang="en-US" dirty="0">
                <a:hlinkClick r:id="rId3"/>
              </a:rPr>
              <a:t>https://github.com/moevm/mse1h2026-maps/blob/reports/</a:t>
            </a:r>
            <a:r>
              <a:rPr lang="ru-RU" dirty="0">
                <a:hlinkClick r:id="rId3"/>
              </a:rPr>
              <a:t>Итерация%201/Диаграмма%20архитектуры.</a:t>
            </a:r>
            <a:r>
              <a:rPr lang="en-US" dirty="0" err="1">
                <a:hlinkClick r:id="rId3"/>
              </a:rPr>
              <a:t>png</a:t>
            </a:r>
            <a:r>
              <a:rPr lang="ru-RU" dirty="0"/>
              <a:t>)</a:t>
            </a:r>
          </a:p>
          <a:p>
            <a:r>
              <a:rPr lang="ru-RU" dirty="0"/>
              <a:t>Создан макет интерфейса (</a:t>
            </a:r>
            <a:r>
              <a:rPr lang="en-US" dirty="0"/>
              <a:t>UI</a:t>
            </a:r>
            <a:r>
              <a:rPr lang="ru-RU" dirty="0"/>
              <a:t>)</a:t>
            </a:r>
            <a:r>
              <a:rPr lang="en-US" dirty="0"/>
              <a:t> (</a:t>
            </a:r>
            <a:r>
              <a:rPr lang="en-US" dirty="0">
                <a:hlinkClick r:id="rId4"/>
              </a:rPr>
              <a:t>https://github.com/moevm/mse1h2026-maps/blob/reports/</a:t>
            </a:r>
            <a:r>
              <a:rPr lang="ru-RU" dirty="0">
                <a:hlinkClick r:id="rId4"/>
              </a:rPr>
              <a:t>Итерация%201/Макет%20</a:t>
            </a:r>
            <a:r>
              <a:rPr lang="en-US" dirty="0">
                <a:hlinkClick r:id="rId4"/>
              </a:rPr>
              <a:t>UI.png</a:t>
            </a:r>
            <a:r>
              <a:rPr lang="en-US" dirty="0"/>
              <a:t>)</a:t>
            </a:r>
          </a:p>
          <a:p>
            <a:r>
              <a:rPr lang="ru-RU" dirty="0"/>
              <a:t>Созданы сценарии использования (</a:t>
            </a:r>
            <a:r>
              <a:rPr lang="en-US" dirty="0">
                <a:hlinkClick r:id="rId5"/>
              </a:rPr>
              <a:t>https://github.com/moevm/mse1h2026-maps/blob/reports/reports.md#</a:t>
            </a:r>
            <a:r>
              <a:rPr lang="ru-RU" dirty="0">
                <a:hlinkClick r:id="rId5"/>
              </a:rPr>
              <a:t>сценарии-использования</a:t>
            </a:r>
            <a:r>
              <a:rPr lang="ru-RU" dirty="0"/>
              <a:t>)</a:t>
            </a:r>
            <a:endParaRPr lang="en-US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59CD301-770E-5FBE-D2B9-19F251950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540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59CDEB-D89C-A071-3589-BB3669617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проекта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85BB7C-6B88-87CD-6441-60E846E3F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4</a:t>
            </a:fld>
            <a:endParaRPr lang="en-US" dirty="0"/>
          </a:p>
        </p:txBody>
      </p:sp>
      <p:pic>
        <p:nvPicPr>
          <p:cNvPr id="6" name="Рисунок 5" descr="Изображение выглядит как текст, диаграмма, снимок экрана, Пла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0CD9074-FF49-FABA-7E4E-9D1455B20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4966" y="1503115"/>
            <a:ext cx="3549941" cy="498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578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40436C-5B41-AEFC-353E-0E08958B8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Макет интерфейса </a:t>
            </a:r>
            <a:r>
              <a:rPr lang="en-US" dirty="0"/>
              <a:t>(UI)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F1E366-FBC4-23C6-B2FE-9FAA1FEA2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5</a:t>
            </a:fld>
            <a:endParaRPr lang="en-US" dirty="0"/>
          </a:p>
        </p:txBody>
      </p:sp>
      <p:pic>
        <p:nvPicPr>
          <p:cNvPr id="6" name="Рисунок 5" descr="Изображение выглядит как снимок экрана, текст, диаграмм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6755A93-584E-1630-009C-255BFB7C4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695" y="1713578"/>
            <a:ext cx="8945945" cy="3430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44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4C000E-3252-719D-7BB0-7900F6899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на следующую итерацию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CA152B-519E-41AE-0764-2C6C049CE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000" dirty="0"/>
              <a:t>	</a:t>
            </a:r>
            <a:r>
              <a:rPr lang="ru-RU" sz="2000" b="1" dirty="0"/>
              <a:t>Цель</a:t>
            </a:r>
            <a:r>
              <a:rPr lang="ru-RU" sz="2000" dirty="0"/>
              <a:t> — реализовать сквозной сценарий работы приложения: пользователь вводит тему → данные собираются из одного источника → создаётся граф → граф отображается на </a:t>
            </a:r>
            <a:r>
              <a:rPr lang="ru-RU" sz="2000" dirty="0" err="1"/>
              <a:t>фронтенде</a:t>
            </a:r>
            <a:r>
              <a:rPr lang="ru-RU" sz="2000" dirty="0"/>
              <a:t>.</a:t>
            </a:r>
          </a:p>
          <a:p>
            <a:pPr algn="just"/>
            <a:r>
              <a:rPr lang="ru-RU" sz="2000" dirty="0"/>
              <a:t>Создать функцию </a:t>
            </a:r>
            <a:r>
              <a:rPr lang="ru-RU" sz="2000" dirty="0" err="1"/>
              <a:t>парсинга</a:t>
            </a:r>
            <a:r>
              <a:rPr lang="ru-RU" sz="2000" dirty="0"/>
              <a:t> информации из одного внешнего источника</a:t>
            </a:r>
          </a:p>
          <a:p>
            <a:pPr algn="just"/>
            <a:r>
              <a:rPr lang="ru-RU" sz="2000" dirty="0"/>
              <a:t>Организовать API для взаимодействия модулей проекта</a:t>
            </a:r>
          </a:p>
          <a:p>
            <a:pPr algn="just"/>
            <a:r>
              <a:rPr lang="ru-RU" sz="2000" dirty="0"/>
              <a:t>Создать функцию обработки сырых данных и превращения их в </a:t>
            </a:r>
            <a:r>
              <a:rPr lang="ru-RU" sz="2000" dirty="0" err="1"/>
              <a:t>графовую</a:t>
            </a:r>
            <a:r>
              <a:rPr lang="ru-RU" sz="2000" dirty="0"/>
              <a:t> структуру</a:t>
            </a:r>
          </a:p>
          <a:p>
            <a:pPr algn="just"/>
            <a:r>
              <a:rPr lang="ru-RU" sz="2000" dirty="0"/>
              <a:t>Создать функции внесения и выдачи данных для Neo4j</a:t>
            </a:r>
          </a:p>
          <a:p>
            <a:pPr algn="just"/>
            <a:r>
              <a:rPr lang="ru-RU" sz="2000" dirty="0"/>
              <a:t>Создать функцию отрисовки графа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B4476F-B9B7-EA30-64F9-FBEA0D10C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372595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38</TotalTime>
  <Words>298</Words>
  <Application>Microsoft Office PowerPoint</Application>
  <PresentationFormat>Широкоэкранный</PresentationFormat>
  <Paragraphs>34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Aptos</vt:lpstr>
      <vt:lpstr>Arial</vt:lpstr>
      <vt:lpstr>Trebuchet MS</vt:lpstr>
      <vt:lpstr>Wingdings 3</vt:lpstr>
      <vt:lpstr>Аспект</vt:lpstr>
      <vt:lpstr>«Интерактивные карты тем» Итерация 1</vt:lpstr>
      <vt:lpstr>План итерации</vt:lpstr>
      <vt:lpstr>Результаты итерации</vt:lpstr>
      <vt:lpstr>Архитектура проекта</vt:lpstr>
      <vt:lpstr>Макет интерфейса (UI)</vt:lpstr>
      <vt:lpstr>План на следующую итерацию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Андрей Ложкин</dc:creator>
  <cp:lastModifiedBy>Андрей Ложкин</cp:lastModifiedBy>
  <cp:revision>11</cp:revision>
  <dcterms:created xsi:type="dcterms:W3CDTF">2026-02-25T15:09:53Z</dcterms:created>
  <dcterms:modified xsi:type="dcterms:W3CDTF">2026-02-25T15:48:52Z</dcterms:modified>
</cp:coreProperties>
</file>